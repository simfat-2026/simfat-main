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SIMFAT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Sistema Integrado de Monitoreo y Alerta Temprana Forestal</a:t>
            </a:r>
          </a:p>
          <a:p>
            <a:r>
              <a:t>Defensa Final EP3</a:t>
            </a:r>
          </a:p>
          <a:p>
            <a:r>
              <a:t>TPY1101 – Duoc UC</a:t>
            </a:r>
          </a:p>
          <a:p>
            <a:r>
              <a:t>Andrés Ibáñez / David Vásquez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Contexto</a:t>
            </a:r>
          </a:p>
          <a:p>
            <a:r>
              <a:t>2. EP1 y EP2</a:t>
            </a:r>
          </a:p>
          <a:p>
            <a:r>
              <a:t>3. Arquitectura</a:t>
            </a:r>
          </a:p>
          <a:p>
            <a:r>
              <a:t>4. EP3</a:t>
            </a:r>
          </a:p>
          <a:p>
            <a:r>
              <a:t>5. Plan de pruebas</a:t>
            </a:r>
          </a:p>
          <a:p>
            <a:r>
              <a:t>6. Resultados</a:t>
            </a:r>
          </a:p>
          <a:p>
            <a:r>
              <a:t>7. Mejoras</a:t>
            </a:r>
          </a:p>
          <a:p>
            <a:r>
              <a:t>8. MVP</a:t>
            </a:r>
          </a:p>
          <a:p>
            <a:r>
              <a:t>9.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datos forestales estaban dispersos entre NASA FIRMS, Copernicus y fuentes meteorológicas.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AIFBN – Agrupación de Ingenieros Forestales por el Bosque Nativo.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Centralizar monitoreo, análisis territorial y alertas tempranas de incendios forestales.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EP1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Requerimientos</a:t>
            </a:r>
          </a:p>
          <a:p>
            <a:r>
              <a:t>• Investigación</a:t>
            </a:r>
          </a:p>
          <a:p>
            <a:r>
              <a:t>• Arquitectura</a:t>
            </a:r>
          </a:p>
          <a:p>
            <a:r>
              <a:t>• Planificación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EP2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RBAC</a:t>
            </a:r>
          </a:p>
          <a:p>
            <a:r>
              <a:t>• JWT</a:t>
            </a:r>
          </a:p>
          <a:p>
            <a:r>
              <a:t>• OpenEO/Copernicus</a:t>
            </a:r>
          </a:p>
          <a:p>
            <a:r>
              <a:t>• MVP desplegado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Prototipado Evolutivo con iteraciones, retroalimentación y QA continuo.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+ Vite</a:t>
            </a:r>
          </a:p>
          <a:p>
            <a:r>
              <a:t>Spring Boot</a:t>
            </a:r>
          </a:p>
          <a:p>
            <a:r>
              <a:t>FastAPI</a:t>
            </a:r>
          </a:p>
          <a:p>
            <a:r>
              <a:t>PostgreSQL</a:t>
            </a:r>
          </a:p>
          <a:p>
            <a:r>
              <a:t>MongoDB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NASA FIRMS → Backend</a:t>
            </a:r>
          </a:p>
          <a:p>
            <a:r>
              <a:t>Open Meteo → Backend</a:t>
            </a:r>
          </a:p>
          <a:p>
            <a:r>
              <a:t>Copernicus → OpenEO → Riesgo WLC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Territorial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Mapa choropleth, capas FIRMS, NDVI, NDMI, viento y panel comunal.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Regional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KPIs, indicadores meteorológicos y exportación PDF.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Alertas y Reglas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Reglas configurables, monitoreo regional y notificaciones.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Comunitario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Publicaciones, biblioteca, agenda y chat.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RBAC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Gestión de usuarios, roles, verificaciones y monitoreo.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Pruebas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34 casos: funcionales, seguridad y usabilidad.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Pruebas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Login, mapas, dashboard, alertas, comunidad, PDF y administración.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Pruebas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Rutas protegidas, RBAC, validaciones y prevención XSS.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Pruebas Usabilidad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Responsive, accesibilidad, contraste y colorblind-safe.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 APROBADOS</a:t>
            </a:r>
          </a:p>
          <a:p>
            <a:r>
              <a:t>2 OBSERVADOS</a:t>
            </a:r>
          </a:p>
          <a:p>
            <a:r>
              <a:t>2 PENDIENTES</a:t>
            </a:r>
          </a:p>
          <a:p>
            <a:r>
              <a:t>88% completamente aprobados.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Mejoras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Corrección FIRMS</a:t>
            </a:r>
          </a:p>
          <a:p>
            <a:r>
              <a:t>Sincronización dashboard</a:t>
            </a:r>
          </a:p>
          <a:p>
            <a:r>
              <a:t>Restricción PDF</a:t>
            </a:r>
          </a:p>
          <a:p>
            <a:r>
              <a:t>Corrección agenda</a:t>
            </a:r>
          </a:p>
          <a:p>
            <a:r>
              <a:t>Mejoras accesibilidad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Calidad Alcanzada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Seguridad, completitud, corrección, pertinencia y usabilidad.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Vercel</a:t>
            </a:r>
          </a:p>
          <a:p>
            <a:r>
              <a:t>Backend: Railway</a:t>
            </a:r>
          </a:p>
          <a:p>
            <a:r>
              <a:t>BD: PostgreSQL y MongoDB Atlas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Lecciones Aprendidas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QA temprano, integración continua, validación constante y trabajo colaborativo.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SIMFAT entrega una solución funcional para monitoreo y alerta temprana forestal.</a:t>
            </a:r>
          </a:p>
          <a:p>
            <a:r>
              <a:t>Proyecto exitosamente completado.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Gracias por su atención.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